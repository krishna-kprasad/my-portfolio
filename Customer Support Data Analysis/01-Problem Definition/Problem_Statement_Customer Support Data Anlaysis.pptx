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98" d="100"/>
          <a:sy n="98" d="100"/>
        </p:scale>
        <p:origin x="928"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Krishnaprasad" userId="61b2acbd7cde59c1" providerId="LiveId" clId="{5D3AE805-9B4B-4D27-9073-297BA7866801}"/>
    <pc:docChg chg="undo custSel delSld modSld">
      <pc:chgData name="Krishna Krishnaprasad" userId="61b2acbd7cde59c1" providerId="LiveId" clId="{5D3AE805-9B4B-4D27-9073-297BA7866801}" dt="2026-10-23T00:20:38.229" v="192" actId="20577"/>
      <pc:docMkLst>
        <pc:docMk/>
      </pc:docMkLst>
      <pc:sldChg chg="addSp delSp modSp mod modNotesTx">
        <pc:chgData name="Krishna Krishnaprasad" userId="61b2acbd7cde59c1" providerId="LiveId" clId="{5D3AE805-9B4B-4D27-9073-297BA7866801}" dt="2026-10-23T00:20:38.229" v="192" actId="20577"/>
        <pc:sldMkLst>
          <pc:docMk/>
          <pc:sldMk cId="0" sldId="256"/>
        </pc:sldMkLst>
        <pc:spChg chg="add del">
          <ac:chgData name="Krishna Krishnaprasad" userId="61b2acbd7cde59c1" providerId="LiveId" clId="{5D3AE805-9B4B-4D27-9073-297BA7866801}" dt="2026-10-22T18:04:29.853" v="15"/>
          <ac:spMkLst>
            <pc:docMk/>
            <pc:sldMk cId="0" sldId="256"/>
            <ac:spMk id="2" creationId="{71683391-4444-4A75-9647-330646A41286}"/>
          </ac:spMkLst>
        </pc:spChg>
        <pc:spChg chg="add del">
          <ac:chgData name="Krishna Krishnaprasad" userId="61b2acbd7cde59c1" providerId="LiveId" clId="{5D3AE805-9B4B-4D27-9073-297BA7866801}" dt="2026-10-22T18:04:37.800" v="18"/>
          <ac:spMkLst>
            <pc:docMk/>
            <pc:sldMk cId="0" sldId="256"/>
            <ac:spMk id="3" creationId="{BEB7E0D0-B99C-4EBB-B49A-51D7735B766D}"/>
          </ac:spMkLst>
        </pc:spChg>
        <pc:spChg chg="add mod">
          <ac:chgData name="Krishna Krishnaprasad" userId="61b2acbd7cde59c1" providerId="LiveId" clId="{5D3AE805-9B4B-4D27-9073-297BA7866801}" dt="2026-10-22T18:07:43.065" v="75" actId="123"/>
          <ac:spMkLst>
            <pc:docMk/>
            <pc:sldMk cId="0" sldId="256"/>
            <ac:spMk id="4" creationId="{A009DCC8-A61D-4EC6-BD57-89A64F135A7A}"/>
          </ac:spMkLst>
        </pc:spChg>
        <pc:spChg chg="add del mod">
          <ac:chgData name="Krishna Krishnaprasad" userId="61b2acbd7cde59c1" providerId="LiveId" clId="{5D3AE805-9B4B-4D27-9073-297BA7866801}" dt="2026-10-22T18:06:11.489" v="52" actId="478"/>
          <ac:spMkLst>
            <pc:docMk/>
            <pc:sldMk cId="0" sldId="256"/>
            <ac:spMk id="8" creationId="{54435890-38D0-4580-A30B-52B60C9ECDC3}"/>
          </ac:spMkLst>
        </pc:spChg>
        <pc:spChg chg="add del">
          <ac:chgData name="Krishna Krishnaprasad" userId="61b2acbd7cde59c1" providerId="LiveId" clId="{5D3AE805-9B4B-4D27-9073-297BA7866801}" dt="2026-10-22T23:34:03.490" v="123"/>
          <ac:spMkLst>
            <pc:docMk/>
            <pc:sldMk cId="0" sldId="256"/>
            <ac:spMk id="9" creationId="{45A2C2F0-B65C-4517-AF24-6785A176D9BC}"/>
          </ac:spMkLst>
        </pc:spChg>
        <pc:spChg chg="mod">
          <ac:chgData name="Krishna Krishnaprasad" userId="61b2acbd7cde59c1" providerId="LiveId" clId="{5D3AE805-9B4B-4D27-9073-297BA7866801}" dt="2026-10-22T23:22:57.355" v="116" actId="1076"/>
          <ac:spMkLst>
            <pc:docMk/>
            <pc:sldMk cId="0" sldId="256"/>
            <ac:spMk id="20" creationId="{00000000-0000-0000-0000-000000000000}"/>
          </ac:spMkLst>
        </pc:spChg>
        <pc:spChg chg="mod">
          <ac:chgData name="Krishna Krishnaprasad" userId="61b2acbd7cde59c1" providerId="LiveId" clId="{5D3AE805-9B4B-4D27-9073-297BA7866801}" dt="2026-10-22T23:35:44.507" v="133" actId="1076"/>
          <ac:spMkLst>
            <pc:docMk/>
            <pc:sldMk cId="0" sldId="256"/>
            <ac:spMk id="22" creationId="{00000000-0000-0000-0000-000000000000}"/>
          </ac:spMkLst>
        </pc:spChg>
        <pc:spChg chg="mod">
          <ac:chgData name="Krishna Krishnaprasad" userId="61b2acbd7cde59c1" providerId="LiveId" clId="{5D3AE805-9B4B-4D27-9073-297BA7866801}" dt="2026-10-22T23:35:44.507" v="133" actId="1076"/>
          <ac:spMkLst>
            <pc:docMk/>
            <pc:sldMk cId="0" sldId="256"/>
            <ac:spMk id="24" creationId="{00000000-0000-0000-0000-000000000000}"/>
          </ac:spMkLst>
        </pc:spChg>
        <pc:spChg chg="del">
          <ac:chgData name="Krishna Krishnaprasad" userId="61b2acbd7cde59c1" providerId="LiveId" clId="{5D3AE805-9B4B-4D27-9073-297BA7866801}" dt="2026-10-22T23:59:48" v="169" actId="478"/>
          <ac:spMkLst>
            <pc:docMk/>
            <pc:sldMk cId="0" sldId="256"/>
            <ac:spMk id="26" creationId="{00000000-0000-0000-0000-000000000000}"/>
          </ac:spMkLst>
        </pc:spChg>
        <pc:spChg chg="mod">
          <ac:chgData name="Krishna Krishnaprasad" userId="61b2acbd7cde59c1" providerId="LiveId" clId="{5D3AE805-9B4B-4D27-9073-297BA7866801}" dt="2026-10-22T23:34:02.701" v="122" actId="1076"/>
          <ac:spMkLst>
            <pc:docMk/>
            <pc:sldMk cId="0" sldId="256"/>
            <ac:spMk id="27" creationId="{00000000-0000-0000-0000-000000000000}"/>
          </ac:spMkLst>
        </pc:spChg>
        <pc:spChg chg="mod">
          <ac:chgData name="Krishna Krishnaprasad" userId="61b2acbd7cde59c1" providerId="LiveId" clId="{5D3AE805-9B4B-4D27-9073-297BA7866801}" dt="2026-10-22T23:34:02.701" v="122" actId="1076"/>
          <ac:spMkLst>
            <pc:docMk/>
            <pc:sldMk cId="0" sldId="256"/>
            <ac:spMk id="28" creationId="{00000000-0000-0000-0000-000000000000}"/>
          </ac:spMkLst>
        </pc:spChg>
        <pc:spChg chg="del mod">
          <ac:chgData name="Krishna Krishnaprasad" userId="61b2acbd7cde59c1" providerId="LiveId" clId="{5D3AE805-9B4B-4D27-9073-297BA7866801}" dt="2026-10-22T23:59:45.820" v="168" actId="478"/>
          <ac:spMkLst>
            <pc:docMk/>
            <pc:sldMk cId="0" sldId="256"/>
            <ac:spMk id="29" creationId="{00000000-0000-0000-0000-000000000000}"/>
          </ac:spMkLst>
        </pc:spChg>
        <pc:spChg chg="mod">
          <ac:chgData name="Krishna Krishnaprasad" userId="61b2acbd7cde59c1" providerId="LiveId" clId="{5D3AE805-9B4B-4D27-9073-297BA7866801}" dt="2026-10-22T23:13:44.613" v="107" actId="20577"/>
          <ac:spMkLst>
            <pc:docMk/>
            <pc:sldMk cId="0" sldId="256"/>
            <ac:spMk id="32" creationId="{00000000-0000-0000-0000-000000000000}"/>
          </ac:spMkLst>
        </pc:spChg>
        <pc:spChg chg="mod">
          <ac:chgData name="Krishna Krishnaprasad" userId="61b2acbd7cde59c1" providerId="LiveId" clId="{5D3AE805-9B4B-4D27-9073-297BA7866801}" dt="2026-10-22T23:35:43.592" v="132" actId="1076"/>
          <ac:spMkLst>
            <pc:docMk/>
            <pc:sldMk cId="0" sldId="256"/>
            <ac:spMk id="34" creationId="{00000000-0000-0000-0000-000000000000}"/>
          </ac:spMkLst>
        </pc:spChg>
        <pc:spChg chg="mod">
          <ac:chgData name="Krishna Krishnaprasad" userId="61b2acbd7cde59c1" providerId="LiveId" clId="{5D3AE805-9B4B-4D27-9073-297BA7866801}" dt="2026-10-22T23:49:23.158" v="147" actId="1076"/>
          <ac:spMkLst>
            <pc:docMk/>
            <pc:sldMk cId="0" sldId="256"/>
            <ac:spMk id="35" creationId="{00000000-0000-0000-0000-000000000000}"/>
          </ac:spMkLst>
        </pc:spChg>
        <pc:spChg chg="mod">
          <ac:chgData name="Krishna Krishnaprasad" userId="61b2acbd7cde59c1" providerId="LiveId" clId="{5D3AE805-9B4B-4D27-9073-297BA7866801}" dt="2026-10-22T23:39:01.171" v="140" actId="255"/>
          <ac:spMkLst>
            <pc:docMk/>
            <pc:sldMk cId="0" sldId="256"/>
            <ac:spMk id="36" creationId="{00000000-0000-0000-0000-000000000000}"/>
          </ac:spMkLst>
        </pc:spChg>
        <pc:spChg chg="mod">
          <ac:chgData name="Krishna Krishnaprasad" userId="61b2acbd7cde59c1" providerId="LiveId" clId="{5D3AE805-9B4B-4D27-9073-297BA7866801}" dt="2026-10-23T00:00:12.949" v="172" actId="255"/>
          <ac:spMkLst>
            <pc:docMk/>
            <pc:sldMk cId="0" sldId="256"/>
            <ac:spMk id="37" creationId="{00000000-0000-0000-0000-000000000000}"/>
          </ac:spMkLst>
        </pc:spChg>
        <pc:spChg chg="mod">
          <ac:chgData name="Krishna Krishnaprasad" userId="61b2acbd7cde59c1" providerId="LiveId" clId="{5D3AE805-9B4B-4D27-9073-297BA7866801}" dt="2026-10-23T00:06:10.272" v="190" actId="113"/>
          <ac:spMkLst>
            <pc:docMk/>
            <pc:sldMk cId="0" sldId="256"/>
            <ac:spMk id="38" creationId="{00000000-0000-0000-0000-000000000000}"/>
          </ac:spMkLst>
        </pc:spChg>
        <pc:spChg chg="del">
          <ac:chgData name="Krishna Krishnaprasad" userId="61b2acbd7cde59c1" providerId="LiveId" clId="{5D3AE805-9B4B-4D27-9073-297BA7866801}" dt="2026-10-22T17:44:17.136" v="13" actId="478"/>
          <ac:spMkLst>
            <pc:docMk/>
            <pc:sldMk cId="0" sldId="256"/>
            <ac:spMk id="39" creationId="{00000000-0000-0000-0000-000000000000}"/>
          </ac:spMkLst>
        </pc:spChg>
        <pc:spChg chg="del">
          <ac:chgData name="Krishna Krishnaprasad" userId="61b2acbd7cde59c1" providerId="LiveId" clId="{5D3AE805-9B4B-4D27-9073-297BA7866801}" dt="2026-10-22T17:44:17.136" v="13" actId="478"/>
          <ac:spMkLst>
            <pc:docMk/>
            <pc:sldMk cId="0" sldId="256"/>
            <ac:spMk id="40" creationId="{00000000-0000-0000-0000-000000000000}"/>
          </ac:spMkLst>
        </pc:spChg>
        <pc:spChg chg="del">
          <ac:chgData name="Krishna Krishnaprasad" userId="61b2acbd7cde59c1" providerId="LiveId" clId="{5D3AE805-9B4B-4D27-9073-297BA7866801}" dt="2026-10-22T17:44:17.136" v="13" actId="478"/>
          <ac:spMkLst>
            <pc:docMk/>
            <pc:sldMk cId="0" sldId="256"/>
            <ac:spMk id="41" creationId="{00000000-0000-0000-0000-000000000000}"/>
          </ac:spMkLst>
        </pc:spChg>
        <pc:spChg chg="del">
          <ac:chgData name="Krishna Krishnaprasad" userId="61b2acbd7cde59c1" providerId="LiveId" clId="{5D3AE805-9B4B-4D27-9073-297BA7866801}" dt="2026-10-22T17:44:17.136" v="13" actId="478"/>
          <ac:spMkLst>
            <pc:docMk/>
            <pc:sldMk cId="0" sldId="256"/>
            <ac:spMk id="42" creationId="{00000000-0000-0000-0000-000000000000}"/>
          </ac:spMkLst>
        </pc:spChg>
        <pc:spChg chg="del">
          <ac:chgData name="Krishna Krishnaprasad" userId="61b2acbd7cde59c1" providerId="LiveId" clId="{5D3AE805-9B4B-4D27-9073-297BA7866801}" dt="2026-10-22T17:44:17.136" v="13" actId="478"/>
          <ac:spMkLst>
            <pc:docMk/>
            <pc:sldMk cId="0" sldId="256"/>
            <ac:spMk id="43" creationId="{00000000-0000-0000-0000-000000000000}"/>
          </ac:spMkLst>
        </pc:spChg>
        <pc:spChg chg="del mod">
          <ac:chgData name="Krishna Krishnaprasad" userId="61b2acbd7cde59c1" providerId="LiveId" clId="{5D3AE805-9B4B-4D27-9073-297BA7866801}" dt="2026-10-22T17:43:42.095" v="8" actId="478"/>
          <ac:spMkLst>
            <pc:docMk/>
            <pc:sldMk cId="0" sldId="256"/>
            <ac:spMk id="44" creationId="{00000000-0000-0000-0000-000000000000}"/>
          </ac:spMkLst>
        </pc:spChg>
        <pc:spChg chg="mod">
          <ac:chgData name="Krishna Krishnaprasad" userId="61b2acbd7cde59c1" providerId="LiveId" clId="{5D3AE805-9B4B-4D27-9073-297BA7866801}" dt="2026-10-22T18:07:55.193" v="76" actId="14100"/>
          <ac:spMkLst>
            <pc:docMk/>
            <pc:sldMk cId="0" sldId="256"/>
            <ac:spMk id="45" creationId="{00000000-0000-0000-0000-000000000000}"/>
          </ac:spMkLst>
        </pc:spChg>
        <pc:spChg chg="add del mod">
          <ac:chgData name="Krishna Krishnaprasad" userId="61b2acbd7cde59c1" providerId="LiveId" clId="{5D3AE805-9B4B-4D27-9073-297BA7866801}" dt="2026-10-23T00:20:38.229" v="192" actId="20577"/>
          <ac:spMkLst>
            <pc:docMk/>
            <pc:sldMk cId="0" sldId="256"/>
            <ac:spMk id="46" creationId="{00000000-0000-0000-0000-000000000000}"/>
          </ac:spMkLst>
        </pc:spChg>
        <pc:spChg chg="mod">
          <ac:chgData name="Krishna Krishnaprasad" userId="61b2acbd7cde59c1" providerId="LiveId" clId="{5D3AE805-9B4B-4D27-9073-297BA7866801}" dt="2026-10-23T00:06:04.938" v="189" actId="14100"/>
          <ac:spMkLst>
            <pc:docMk/>
            <pc:sldMk cId="0" sldId="256"/>
            <ac:spMk id="47" creationId="{00000000-0000-0000-0000-000000000000}"/>
          </ac:spMkLst>
        </pc:spChg>
        <pc:spChg chg="mod">
          <ac:chgData name="Krishna Krishnaprasad" userId="61b2acbd7cde59c1" providerId="LiveId" clId="{5D3AE805-9B4B-4D27-9073-297BA7866801}" dt="2026-10-22T18:06:40.009" v="69" actId="1076"/>
          <ac:spMkLst>
            <pc:docMk/>
            <pc:sldMk cId="0" sldId="256"/>
            <ac:spMk id="48" creationId="{00000000-0000-0000-0000-000000000000}"/>
          </ac:spMkLst>
        </pc:spChg>
        <pc:spChg chg="add mod">
          <ac:chgData name="Krishna Krishnaprasad" userId="61b2acbd7cde59c1" providerId="LiveId" clId="{5D3AE805-9B4B-4D27-9073-297BA7866801}" dt="2026-10-22T23:34:44.037" v="127" actId="571"/>
          <ac:spMkLst>
            <pc:docMk/>
            <pc:sldMk cId="0" sldId="256"/>
            <ac:spMk id="49" creationId="{81DD309A-300E-4AEA-A7BC-8A9EFBCBF7B8}"/>
          </ac:spMkLst>
        </pc:spChg>
        <pc:spChg chg="add mod">
          <ac:chgData name="Krishna Krishnaprasad" userId="61b2acbd7cde59c1" providerId="LiveId" clId="{5D3AE805-9B4B-4D27-9073-297BA7866801}" dt="2026-10-22T23:34:44.037" v="127" actId="571"/>
          <ac:spMkLst>
            <pc:docMk/>
            <pc:sldMk cId="0" sldId="256"/>
            <ac:spMk id="50" creationId="{C6A84033-7853-4339-B1C0-EAB9F60A0D5E}"/>
          </ac:spMkLst>
        </pc:spChg>
        <pc:spChg chg="add mod">
          <ac:chgData name="Krishna Krishnaprasad" userId="61b2acbd7cde59c1" providerId="LiveId" clId="{5D3AE805-9B4B-4D27-9073-297BA7866801}" dt="2026-10-22T23:34:44.037" v="127" actId="571"/>
          <ac:spMkLst>
            <pc:docMk/>
            <pc:sldMk cId="0" sldId="256"/>
            <ac:spMk id="51" creationId="{3A6625CA-D572-44E9-9064-C130167489A8}"/>
          </ac:spMkLst>
        </pc:spChg>
        <pc:spChg chg="add mod">
          <ac:chgData name="Krishna Krishnaprasad" userId="61b2acbd7cde59c1" providerId="LiveId" clId="{5D3AE805-9B4B-4D27-9073-297BA7866801}" dt="2026-10-22T23:35:07.121" v="129" actId="571"/>
          <ac:spMkLst>
            <pc:docMk/>
            <pc:sldMk cId="0" sldId="256"/>
            <ac:spMk id="52" creationId="{5BAAFC6B-A40C-4772-B8EF-FEE6D63C6539}"/>
          </ac:spMkLst>
        </pc:spChg>
        <pc:spChg chg="add mod">
          <ac:chgData name="Krishna Krishnaprasad" userId="61b2acbd7cde59c1" providerId="LiveId" clId="{5D3AE805-9B4B-4D27-9073-297BA7866801}" dt="2026-10-22T23:35:07.121" v="129" actId="571"/>
          <ac:spMkLst>
            <pc:docMk/>
            <pc:sldMk cId="0" sldId="256"/>
            <ac:spMk id="53" creationId="{C92FB3EE-8BE0-4B22-9588-E51BD9223A51}"/>
          </ac:spMkLst>
        </pc:spChg>
        <pc:spChg chg="add mod">
          <ac:chgData name="Krishna Krishnaprasad" userId="61b2acbd7cde59c1" providerId="LiveId" clId="{5D3AE805-9B4B-4D27-9073-297BA7866801}" dt="2026-10-22T23:35:07.121" v="129" actId="571"/>
          <ac:spMkLst>
            <pc:docMk/>
            <pc:sldMk cId="0" sldId="256"/>
            <ac:spMk id="54" creationId="{F8FEE2D3-2881-441F-BF61-5CD2C4E2EAA2}"/>
          </ac:spMkLst>
        </pc:spChg>
        <pc:spChg chg="add mod">
          <ac:chgData name="Krishna Krishnaprasad" userId="61b2acbd7cde59c1" providerId="LiveId" clId="{5D3AE805-9B4B-4D27-9073-297BA7866801}" dt="2026-10-22T23:35:07.121" v="129" actId="571"/>
          <ac:spMkLst>
            <pc:docMk/>
            <pc:sldMk cId="0" sldId="256"/>
            <ac:spMk id="55" creationId="{8AE4252F-77DE-40F9-B732-004EF77E8239}"/>
          </ac:spMkLst>
        </pc:spChg>
        <pc:spChg chg="add mod">
          <ac:chgData name="Krishna Krishnaprasad" userId="61b2acbd7cde59c1" providerId="LiveId" clId="{5D3AE805-9B4B-4D27-9073-297BA7866801}" dt="2026-10-22T23:35:42.897" v="131" actId="571"/>
          <ac:spMkLst>
            <pc:docMk/>
            <pc:sldMk cId="0" sldId="256"/>
            <ac:spMk id="56" creationId="{3F5CAB94-B143-4BB1-BAAD-E185510E2239}"/>
          </ac:spMkLst>
        </pc:spChg>
        <pc:spChg chg="add mod">
          <ac:chgData name="Krishna Krishnaprasad" userId="61b2acbd7cde59c1" providerId="LiveId" clId="{5D3AE805-9B4B-4D27-9073-297BA7866801}" dt="2026-10-22T23:35:42.897" v="131" actId="571"/>
          <ac:spMkLst>
            <pc:docMk/>
            <pc:sldMk cId="0" sldId="256"/>
            <ac:spMk id="57" creationId="{9936B1D0-FD56-42BF-BF4D-CE2D24540361}"/>
          </ac:spMkLst>
        </pc:spChg>
        <pc:spChg chg="add mod">
          <ac:chgData name="Krishna Krishnaprasad" userId="61b2acbd7cde59c1" providerId="LiveId" clId="{5D3AE805-9B4B-4D27-9073-297BA7866801}" dt="2026-10-22T23:59:19.819" v="164" actId="571"/>
          <ac:spMkLst>
            <pc:docMk/>
            <pc:sldMk cId="0" sldId="256"/>
            <ac:spMk id="58" creationId="{51865553-69B8-4978-B3D6-3B66593848E8}"/>
          </ac:spMkLst>
        </pc:spChg>
        <pc:spChg chg="add mod">
          <ac:chgData name="Krishna Krishnaprasad" userId="61b2acbd7cde59c1" providerId="LiveId" clId="{5D3AE805-9B4B-4D27-9073-297BA7866801}" dt="2026-10-22T23:59:19.819" v="164" actId="571"/>
          <ac:spMkLst>
            <pc:docMk/>
            <pc:sldMk cId="0" sldId="256"/>
            <ac:spMk id="59" creationId="{E78816AE-33C8-4ED6-BB49-CD48D5C25EAD}"/>
          </ac:spMkLst>
        </pc:spChg>
      </pc:sldChg>
      <pc:sldChg chg="del">
        <pc:chgData name="Krishna Krishnaprasad" userId="61b2acbd7cde59c1" providerId="LiveId" clId="{5D3AE805-9B4B-4D27-9073-297BA7866801}" dt="2026-10-23T00:09:57.532" v="191" actId="2696"/>
        <pc:sldMkLst>
          <pc:docMk/>
          <pc:sldMk cId="0" sldId="257"/>
        </pc:sldMkLst>
      </pc:sldChg>
      <pc:sldMasterChg chg="delSldLayout">
        <pc:chgData name="Krishna Krishnaprasad" userId="61b2acbd7cde59c1" providerId="LiveId" clId="{5D3AE805-9B4B-4D27-9073-297BA7866801}" dt="2026-10-23T00:09:57.532" v="191" actId="2696"/>
        <pc:sldMasterMkLst>
          <pc:docMk/>
          <pc:sldMasterMk cId="0" sldId="2147483648"/>
        </pc:sldMasterMkLst>
        <pc:sldLayoutChg chg="del">
          <pc:chgData name="Krishna Krishnaprasad" userId="61b2acbd7cde59c1" providerId="LiveId" clId="{5D3AE805-9B4B-4D27-9073-297BA7866801}" dt="2026-10-23T00:09:57.532" v="191" actId="2696"/>
          <pc:sldLayoutMkLst>
            <pc:docMk/>
            <pc:sldMasterMk cId="0" sldId="2147483648"/>
            <pc:sldLayoutMk cId="418428334"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b="1"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08462" y="1335792"/>
            <a:ext cx="4406700" cy="5419462"/>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 name="Google Shape;21;p1"/>
          <p:cNvSpPr/>
          <p:nvPr/>
        </p:nvSpPr>
        <p:spPr>
          <a:xfrm>
            <a:off x="4549349" y="1348877"/>
            <a:ext cx="4486189" cy="5419462"/>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 name="Google Shape;22;p1"/>
          <p:cNvSpPr/>
          <p:nvPr/>
        </p:nvSpPr>
        <p:spPr>
          <a:xfrm>
            <a:off x="225351" y="140411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1</a:t>
            </a: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23;p1"/>
          <p:cNvSpPr/>
          <p:nvPr/>
        </p:nvSpPr>
        <p:spPr>
          <a:xfrm>
            <a:off x="4668375" y="140411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4</a:t>
            </a: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 name="Google Shape;24;p1"/>
          <p:cNvSpPr/>
          <p:nvPr/>
        </p:nvSpPr>
        <p:spPr>
          <a:xfrm>
            <a:off x="562623" y="1443348"/>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Context</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5" name="Google Shape;25;p1"/>
          <p:cNvSpPr/>
          <p:nvPr/>
        </p:nvSpPr>
        <p:spPr>
          <a:xfrm>
            <a:off x="5050634" y="1436173"/>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Constraints</a:t>
            </a:r>
            <a:r>
              <a:rPr lang="en-AU" sz="11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 </a:t>
            </a: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within</a:t>
            </a:r>
            <a:r>
              <a:rPr lang="en-AU" sz="11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 </a:t>
            </a: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solution</a:t>
            </a:r>
            <a:r>
              <a:rPr lang="en-AU" sz="11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 </a:t>
            </a: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space</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7" name="Google Shape;27;p1"/>
          <p:cNvSpPr/>
          <p:nvPr/>
        </p:nvSpPr>
        <p:spPr>
          <a:xfrm>
            <a:off x="225351" y="313626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2</a:t>
            </a:r>
            <a:endParaRPr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8" name="Google Shape;28;p1"/>
          <p:cNvSpPr/>
          <p:nvPr/>
        </p:nvSpPr>
        <p:spPr>
          <a:xfrm>
            <a:off x="553145" y="318565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Criteria for success</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0" name="Google Shape;30;p1"/>
          <p:cNvSpPr/>
          <p:nvPr/>
        </p:nvSpPr>
        <p:spPr>
          <a:xfrm>
            <a:off x="225401" y="512529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3</a:t>
            </a:r>
            <a:endParaRPr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1" name="Google Shape;31;p1"/>
          <p:cNvSpPr/>
          <p:nvPr/>
        </p:nvSpPr>
        <p:spPr>
          <a:xfrm>
            <a:off x="4629803" y="514740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6</a:t>
            </a: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2" name="Google Shape;32;p1"/>
          <p:cNvSpPr/>
          <p:nvPr/>
        </p:nvSpPr>
        <p:spPr>
          <a:xfrm>
            <a:off x="562623" y="5147407"/>
            <a:ext cx="3597454" cy="253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Scope of solution</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3" name="Google Shape;33;p1"/>
          <p:cNvSpPr/>
          <p:nvPr/>
        </p:nvSpPr>
        <p:spPr>
          <a:xfrm>
            <a:off x="4956690" y="517946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dirty="0">
                <a:solidFill>
                  <a:schemeClr val="accent3"/>
                </a:solidFill>
                <a:latin typeface="Calibri" panose="020F0502020204030204" pitchFamily="34" charset="0"/>
                <a:ea typeface="Calibri" panose="020F0502020204030204" pitchFamily="34" charset="0"/>
                <a:cs typeface="Calibri" panose="020F0502020204030204" pitchFamily="34" charset="0"/>
              </a:rPr>
              <a:t>Key</a:t>
            </a: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 data sources </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4" name="Google Shape;34;p1"/>
          <p:cNvSpPr txBox="1"/>
          <p:nvPr/>
        </p:nvSpPr>
        <p:spPr>
          <a:xfrm>
            <a:off x="152400" y="1773130"/>
            <a:ext cx="4287825" cy="1320309"/>
          </a:xfrm>
          <a:prstGeom prst="rect">
            <a:avLst/>
          </a:prstGeom>
          <a:noFill/>
          <a:ln>
            <a:noFill/>
          </a:ln>
        </p:spPr>
        <p:txBody>
          <a:bodyPr spcFirstLastPara="1" wrap="square" lIns="91425" tIns="45700" rIns="91425" bIns="45700" anchor="t" anchorCtr="0">
            <a:noAutofit/>
          </a:bodyPr>
          <a:lstStyle/>
          <a:p>
            <a:pPr algn="just"/>
            <a:r>
              <a:rPr lang="en-US" sz="1200" dirty="0">
                <a:latin typeface="Calibri" panose="020F0502020204030204" pitchFamily="34" charset="0"/>
                <a:ea typeface="Calibri" panose="020F0502020204030204" pitchFamily="34" charset="0"/>
                <a:cs typeface="Calibri" panose="020F0502020204030204" pitchFamily="34" charset="0"/>
              </a:rPr>
              <a:t>Customer support teams need to resolve tickets efficiently while maintaining high customer satisfaction. This project will analyze customer support ticket data to identify trends in resolution time, ticket priority, and customer satisfaction. Within one week, the analysis will generate actionable insights and recommendations to improve service efficiency and customer experience.</a:t>
            </a: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35" name="Google Shape;35;p1"/>
          <p:cNvSpPr txBox="1"/>
          <p:nvPr/>
        </p:nvSpPr>
        <p:spPr>
          <a:xfrm>
            <a:off x="152400" y="3292331"/>
            <a:ext cx="4355495" cy="1571767"/>
          </a:xfrm>
          <a:prstGeom prst="rect">
            <a:avLst/>
          </a:prstGeom>
          <a:noFill/>
          <a:ln>
            <a:noFill/>
          </a:ln>
        </p:spPr>
        <p:txBody>
          <a:bodyPr spcFirstLastPara="1" wrap="square" lIns="91425" tIns="45700" rIns="91425" bIns="45700" anchor="t"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accent3"/>
              </a:solidFill>
              <a:effectLst/>
              <a:latin typeface="Arial" panose="020B0604020202020204" pitchFamily="34" charset="0"/>
            </a:endParaRPr>
          </a:p>
          <a:p>
            <a:pPr algn="just"/>
            <a:r>
              <a:rPr lang="en-US" sz="1200" dirty="0">
                <a:latin typeface="Calibri" panose="020F0502020204030204" pitchFamily="34" charset="0"/>
                <a:ea typeface="Calibri" panose="020F0502020204030204" pitchFamily="34" charset="0"/>
                <a:cs typeface="Calibri" panose="020F0502020204030204" pitchFamily="34" charset="0"/>
              </a:rPr>
              <a:t>Complete the project within one week by cleaning and validating the dataset, calculating key performance indicators, analyzing average resolution time by priority and customer satisfaction by category, determining the percentage of eligible closed tickets resolved within 24 hours, evaluating the relationship between resolution time and customer satisfaction, building an interactive Tableau dashboard, and presenting at least three actionable, evidence-based recommendations..</a:t>
            </a:r>
          </a:p>
        </p:txBody>
      </p:sp>
      <p:sp>
        <p:nvSpPr>
          <p:cNvPr id="36" name="Google Shape;36;p1"/>
          <p:cNvSpPr txBox="1"/>
          <p:nvPr/>
        </p:nvSpPr>
        <p:spPr>
          <a:xfrm>
            <a:off x="115260" y="5462172"/>
            <a:ext cx="4355495" cy="1342112"/>
          </a:xfrm>
          <a:prstGeom prst="rect">
            <a:avLst/>
          </a:prstGeom>
          <a:noFill/>
          <a:ln>
            <a:noFill/>
          </a:ln>
        </p:spPr>
        <p:txBody>
          <a:bodyPr spcFirstLastPara="1" wrap="square" lIns="91425" tIns="45700" rIns="91425" bIns="45700" anchor="t" anchorCtr="0">
            <a:no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Clean and preprocess data using Python and Pandas, perform EDA and KPI analysis, evaluate ticket performance, analyze resolution times by priority, category, and date, assess customer satisfaction and its correlation with resolution time, create Python visualizations and interactive Tableau dashboards, and deliver actionable insights and business recommendations.</a:t>
            </a:r>
            <a:endParaRPr sz="12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7" name="Google Shape;37;p1"/>
          <p:cNvSpPr txBox="1"/>
          <p:nvPr/>
        </p:nvSpPr>
        <p:spPr>
          <a:xfrm>
            <a:off x="4549349" y="1645206"/>
            <a:ext cx="4292911" cy="2001610"/>
          </a:xfrm>
          <a:prstGeom prst="rect">
            <a:avLst/>
          </a:prstGeom>
          <a:noFill/>
          <a:ln>
            <a:noFill/>
          </a:ln>
        </p:spPr>
        <p:txBody>
          <a:bodyPr spcFirstLastPara="1" wrap="square" lIns="91425" tIns="45700" rIns="91425" bIns="45700" anchor="t"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accent3"/>
              </a:solidFill>
              <a:effectLst/>
              <a:latin typeface="Arial" panose="020B0604020202020204" pitchFamily="34" charset="0"/>
            </a:endParaRP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The project must be completed within one week.</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Analysis is limited to the available dataset fields and records.</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Missing or inaccurate data may affect the results.</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Resolution time is assumed to be measured in hours, as the dataset does not explicitly specify the </a:t>
            </a:r>
            <a:r>
              <a:rPr lang="en-US" sz="1200" dirty="0" err="1">
                <a:effectLst/>
                <a:latin typeface="Calibri" panose="020F0502020204030204" pitchFamily="34" charset="0"/>
              </a:rPr>
              <a:t>unit.The</a:t>
            </a:r>
            <a:r>
              <a:rPr lang="en-US" sz="1200" dirty="0">
                <a:effectLst/>
                <a:latin typeface="Calibri" panose="020F0502020204030204" pitchFamily="34" charset="0"/>
              </a:rPr>
              <a:t> 24-hour resolution rate will be calculated based on this assumption.</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Customer satisfaction analysis is limited to tickets with valid feedback.</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Correlation does not imply causation.</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Findings may not generalize beyond the available dataset.</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Time constraints may limit advanced statistical analysis.</a:t>
            </a:r>
          </a:p>
          <a:p>
            <a:pPr rtl="0" fontAlgn="ctr">
              <a:spcBef>
                <a:spcPts val="0"/>
              </a:spcBef>
              <a:spcAft>
                <a:spcPts val="0"/>
              </a:spcAft>
              <a:buFont typeface="Arial" panose="020B0604020202020204" pitchFamily="34" charset="0"/>
              <a:buChar char="•"/>
            </a:pPr>
            <a:endParaRPr lang="en-US" sz="1200" dirty="0">
              <a:solidFill>
                <a:schemeClr val="accent3"/>
              </a:solidFill>
              <a:effectLst/>
              <a:latin typeface="Calibri" panose="020F0502020204030204" pitchFamily="34" charset="0"/>
              <a:ea typeface="Calibri" panose="020F0502020204030204" pitchFamily="34" charset="0"/>
              <a:cs typeface="Calibri" panose="020F0502020204030204" pitchFamily="34" charset="0"/>
            </a:endParaRPr>
          </a:p>
          <a:p>
            <a:pPr lvl="0"/>
            <a:endParaRPr sz="11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8" name="Google Shape;38;p1"/>
          <p:cNvSpPr txBox="1"/>
          <p:nvPr/>
        </p:nvSpPr>
        <p:spPr>
          <a:xfrm>
            <a:off x="4653010" y="5509122"/>
            <a:ext cx="4312777" cy="1237823"/>
          </a:xfrm>
          <a:prstGeom prst="rect">
            <a:avLst/>
          </a:prstGeom>
          <a:noFill/>
          <a:ln>
            <a:noFill/>
          </a:ln>
        </p:spPr>
        <p:txBody>
          <a:bodyPr spcFirstLastPara="1" wrap="square" lIns="91425" tIns="45700" rIns="91425" bIns="45700" anchor="t" anchorCtr="0">
            <a:no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Primary source: </a:t>
            </a:r>
            <a:r>
              <a:rPr lang="en-US" sz="1200" dirty="0">
                <a:latin typeface="Calibri" panose="020F0502020204030204" pitchFamily="34" charset="0"/>
                <a:ea typeface="Calibri" panose="020F0502020204030204" pitchFamily="34" charset="0"/>
                <a:cs typeface="Calibri" panose="020F0502020204030204" pitchFamily="34" charset="0"/>
              </a:rPr>
              <a:t>Customer Support Ticket Dataset.</a:t>
            </a:r>
          </a:p>
          <a:p>
            <a:r>
              <a:rPr lang="en-US" sz="1200" b="1" dirty="0">
                <a:latin typeface="Calibri" panose="020F0502020204030204" pitchFamily="34" charset="0"/>
                <a:ea typeface="Calibri" panose="020F0502020204030204" pitchFamily="34" charset="0"/>
                <a:cs typeface="Calibri" panose="020F0502020204030204" pitchFamily="34" charset="0"/>
              </a:rPr>
              <a:t>Key fields</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ticket_id</a:t>
            </a:r>
            <a:r>
              <a:rPr lang="en-US" sz="1200" dirty="0">
                <a:latin typeface="Calibri" panose="020F0502020204030204" pitchFamily="34" charset="0"/>
                <a:ea typeface="Calibri" panose="020F0502020204030204" pitchFamily="34" charset="0"/>
                <a:cs typeface="Calibri" panose="020F0502020204030204" pitchFamily="34" charset="0"/>
              </a:rPr>
              <a:t>, date, category, priority, status, </a:t>
            </a:r>
            <a:r>
              <a:rPr lang="en-US" sz="1200" dirty="0" err="1">
                <a:latin typeface="Calibri" panose="020F0502020204030204" pitchFamily="34" charset="0"/>
                <a:ea typeface="Calibri" panose="020F0502020204030204" pitchFamily="34" charset="0"/>
                <a:cs typeface="Calibri" panose="020F0502020204030204" pitchFamily="34" charset="0"/>
              </a:rPr>
              <a:t>resolution_time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customer_satisfaction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customer_email</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agent_name</a:t>
            </a:r>
            <a:r>
              <a:rPr lang="en-US" sz="1200" dirty="0">
                <a:latin typeface="Calibri" panose="020F0502020204030204" pitchFamily="34" charset="0"/>
                <a:ea typeface="Calibri" panose="020F0502020204030204" pitchFamily="34" charset="0"/>
                <a:cs typeface="Calibri" panose="020F0502020204030204" pitchFamily="34" charset="0"/>
              </a:rPr>
              <a:t>.</a:t>
            </a:r>
          </a:p>
          <a:p>
            <a:r>
              <a:rPr lang="en-US" sz="1200" b="1" dirty="0">
                <a:latin typeface="Calibri" panose="020F0502020204030204" pitchFamily="34" charset="0"/>
                <a:ea typeface="Calibri" panose="020F0502020204030204" pitchFamily="34" charset="0"/>
                <a:cs typeface="Calibri" panose="020F0502020204030204" pitchFamily="34" charset="0"/>
              </a:rPr>
              <a:t>Tools</a:t>
            </a:r>
            <a:r>
              <a:rPr lang="en-US" sz="1200" dirty="0">
                <a:latin typeface="Calibri" panose="020F0502020204030204" pitchFamily="34" charset="0"/>
                <a:ea typeface="Calibri" panose="020F0502020204030204" pitchFamily="34" charset="0"/>
                <a:cs typeface="Calibri" panose="020F0502020204030204" pitchFamily="34" charset="0"/>
              </a:rPr>
              <a:t>: Python (Pandas, Matplotlib, Seaborn), Tableau, and Excel or CSV files.</a:t>
            </a:r>
          </a:p>
        </p:txBody>
      </p:sp>
      <p:sp>
        <p:nvSpPr>
          <p:cNvPr id="45" name="Google Shape;45;p1"/>
          <p:cNvSpPr/>
          <p:nvPr/>
        </p:nvSpPr>
        <p:spPr>
          <a:xfrm>
            <a:off x="121750" y="89661"/>
            <a:ext cx="8900500" cy="1137079"/>
          </a:xfrm>
          <a:prstGeom prst="wedgeRectCallout">
            <a:avLst>
              <a:gd name="adj1" fmla="val 50071"/>
              <a:gd name="adj2" fmla="val 14002"/>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46" name="Google Shape;46;p1"/>
          <p:cNvSpPr txBox="1">
            <a:spLocks noGrp="1"/>
          </p:cNvSpPr>
          <p:nvPr>
            <p:ph type="title"/>
          </p:nvPr>
        </p:nvSpPr>
        <p:spPr>
          <a:xfrm>
            <a:off x="194130" y="122469"/>
            <a:ext cx="8793596" cy="1154726"/>
          </a:xfrm>
          <a:prstGeom prst="rect">
            <a:avLst/>
          </a:prstGeom>
          <a:noFill/>
          <a:ln>
            <a:noFill/>
          </a:ln>
        </p:spPr>
        <p:txBody>
          <a:bodyPr spcFirstLastPara="1" wrap="square" lIns="0" tIns="0" rIns="0" bIns="0" anchor="t" anchorCtr="0">
            <a:noAutofit/>
          </a:bodyPr>
          <a:lstStyle/>
          <a:p>
            <a:pPr lvl="0"/>
            <a:r>
              <a:rPr lang="en-AU" sz="14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Quattrocento Sans"/>
              </a:rPr>
              <a:t>Problem Statement Worksheet </a:t>
            </a:r>
            <a:r>
              <a:rPr lang="en-US" sz="14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Quattrocento Sans"/>
              </a:rPr>
              <a:t>(Customer Support Data Analysis )</a:t>
            </a:r>
            <a:endParaRPr sz="1400" dirty="0">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47" name="Google Shape;47;p1"/>
          <p:cNvSpPr txBox="1"/>
          <p:nvPr/>
        </p:nvSpPr>
        <p:spPr>
          <a:xfrm>
            <a:off x="4603202" y="4029061"/>
            <a:ext cx="4315397" cy="1150402"/>
          </a:xfrm>
          <a:prstGeom prst="rect">
            <a:avLst/>
          </a:prstGeom>
          <a:noFill/>
          <a:ln>
            <a:noFill/>
          </a:ln>
        </p:spPr>
        <p:txBody>
          <a:bodyPr spcFirstLastPara="1" wrap="square" lIns="91425" tIns="45700" rIns="91425" bIns="45700" anchor="t"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accent3"/>
              </a:solidFill>
              <a:effectLst/>
              <a:latin typeface="Calibri" panose="020F0502020204030204" pitchFamily="34" charset="0"/>
              <a:ea typeface="Calibri" panose="020F0502020204030204" pitchFamily="34" charset="0"/>
              <a:cs typeface="Calibri" panose="020F0502020204030204" pitchFamily="34" charset="0"/>
            </a:endParaRP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Customer Support Manager</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Support Agents</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Customer Experience Team</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Operations Manager</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Senior Management</a:t>
            </a:r>
          </a:p>
          <a:p>
            <a:pPr lvl="0"/>
            <a:endParaRPr sz="1100"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48" name="Google Shape;48;p1"/>
          <p:cNvSpPr txBox="1"/>
          <p:nvPr/>
        </p:nvSpPr>
        <p:spPr>
          <a:xfrm>
            <a:off x="121750" y="414254"/>
            <a:ext cx="7724912" cy="831861"/>
          </a:xfrm>
          <a:prstGeom prst="rect">
            <a:avLst/>
          </a:prstGeom>
          <a:noFill/>
          <a:ln>
            <a:noFill/>
          </a:ln>
        </p:spPr>
        <p:txBody>
          <a:bodyPr spcFirstLastPara="1" wrap="square" lIns="91425" tIns="45700" rIns="91425" bIns="45700" anchor="t" anchorCtr="0">
            <a:noAutofit/>
          </a:bodyPr>
          <a:lstStyle/>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B1B8A7EF-DDBE-E3D6-ED1E-C37D95F9AC66}"/>
              </a:ext>
            </a:extLst>
          </p:cNvPr>
          <p:cNvSpPr>
            <a:spLocks noChangeArrowheads="1"/>
          </p:cNvSpPr>
          <p:nvPr/>
        </p:nvSpPr>
        <p:spPr bwMode="auto">
          <a:xfrm>
            <a:off x="0" y="-344813"/>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chemeClr val="accent3"/>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47B3AEBC-F57E-46DE-ECCD-C0C80EE190B0}"/>
              </a:ext>
            </a:extLst>
          </p:cNvPr>
          <p:cNvSpPr>
            <a:spLocks noChangeArrowheads="1"/>
          </p:cNvSpPr>
          <p:nvPr/>
        </p:nvSpPr>
        <p:spPr bwMode="auto">
          <a:xfrm>
            <a:off x="152400" y="-192413"/>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chemeClr val="accent3"/>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A009DCC8-A61D-4EC6-BD57-89A64F135A7A}"/>
              </a:ext>
            </a:extLst>
          </p:cNvPr>
          <p:cNvSpPr>
            <a:spLocks noChangeArrowheads="1"/>
          </p:cNvSpPr>
          <p:nvPr/>
        </p:nvSpPr>
        <p:spPr bwMode="auto">
          <a:xfrm>
            <a:off x="87265" y="324577"/>
            <a:ext cx="89694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Within one week, analyze customer support ticket data to evaluate resolution efficiency and customer satisfaction across ticket categories and priority levels. Identify key performance trends by examining average resolution time, customer satisfaction scores, the percentage of tickets resolved within 24 hours, and the relationship between resolution time and customer satisfaction. Use data cleaning, exploratory data analysis, statistical techniques, and data visualization to identify performance gaps, determine key factors associated with support outcomes, and develop at least three actionable recommendations to improve customer support efficiency and customer experience.</a:t>
            </a:r>
          </a:p>
        </p:txBody>
      </p:sp>
      <p:sp>
        <p:nvSpPr>
          <p:cNvPr id="58" name="Google Shape;26;p1">
            <a:extLst>
              <a:ext uri="{FF2B5EF4-FFF2-40B4-BE49-F238E27FC236}">
                <a16:creationId xmlns:a16="http://schemas.microsoft.com/office/drawing/2014/main" id="{51865553-69B8-4978-B3D6-3B66593848E8}"/>
              </a:ext>
            </a:extLst>
          </p:cNvPr>
          <p:cNvSpPr/>
          <p:nvPr/>
        </p:nvSpPr>
        <p:spPr>
          <a:xfrm>
            <a:off x="4653010" y="390165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5</a:t>
            </a:r>
            <a:endParaRPr sz="1100" b="0" i="0" u="none" strike="noStrike" cap="none">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59" name="Google Shape;29;p1">
            <a:extLst>
              <a:ext uri="{FF2B5EF4-FFF2-40B4-BE49-F238E27FC236}">
                <a16:creationId xmlns:a16="http://schemas.microsoft.com/office/drawing/2014/main" id="{E78816AE-33C8-4ED6-BB49-CD48D5C25EAD}"/>
              </a:ext>
            </a:extLst>
          </p:cNvPr>
          <p:cNvSpPr/>
          <p:nvPr/>
        </p:nvSpPr>
        <p:spPr>
          <a:xfrm>
            <a:off x="5017869" y="3918538"/>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Stakeholders</a:t>
            </a:r>
            <a:r>
              <a:rPr lang="en-AU" sz="1100" b="0"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 </a:t>
            </a:r>
            <a:r>
              <a:rPr lang="en-AU"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rPr>
              <a:t>to provide key insight</a:t>
            </a:r>
            <a:endParaRPr b="1" i="0" u="none" strike="noStrike" cap="none" dirty="0">
              <a:solidFill>
                <a:schemeClr val="accent3"/>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8942</TotalTime>
  <Words>478</Words>
  <Application>Microsoft Office PowerPoint</Application>
  <PresentationFormat>On-screen Show (4:3)</PresentationFormat>
  <Paragraphs>37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Synergy_CF_YNR002</vt:lpstr>
      <vt:lpstr>Problem Statement Worksheet (Customer Support Data Analysis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Worksheet (car lease transparency problem)</dc:title>
  <dc:creator>Christopher H</dc:creator>
  <cp:lastModifiedBy>Krishna Krishnaprasad</cp:lastModifiedBy>
  <cp:revision>22</cp:revision>
  <dcterms:modified xsi:type="dcterms:W3CDTF">2026-10-23T15:09:41Z</dcterms:modified>
</cp:coreProperties>
</file>